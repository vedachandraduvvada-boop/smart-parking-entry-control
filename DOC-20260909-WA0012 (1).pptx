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Roboto Bold" panose="02000000000000000000" pitchFamily="2" charset="0"/>
      <p:regular r:id="rId11"/>
    </p:embeddedFont>
    <p:embeddedFont>
      <p:font typeface="Roboto" panose="02000000000000000000" pitchFamily="2" charset="0"/>
      <p:regular r:id="rId12"/>
    </p:embeddedFont>
    <p:embeddedFont>
      <p:font typeface="Roboto Black" panose="02000000000000000000" pitchFamily="2" charset="0"/>
      <p:regular r:id="rId13"/>
    </p:embeddedFont>
    <p:embeddedFont>
      <p:font typeface="Roboto SemiBold" panose="02000000000000000000" pitchFamily="2" charset="0"/>
      <p:regular r:id="rId14"/>
    </p:embeddedFont>
    <p:embeddedFont>
      <p:font typeface="Roboto Slab" panose="02000000000000000000" pitchFamily="2" charset="0"/>
      <p:regular r:id="rId15"/>
    </p:embeddedFont>
    <p:embeddedFont>
      <p:font typeface="Roboto Slab Black" pitchFamily="2" charset="0"/>
      <p:regular r:id="rId16"/>
    </p:embeddedFont>
    <p:embeddedFont>
      <p:font typeface="Roboto Slab Bold" pitchFamily="2" charset="0"/>
      <p:regular r:id="rId17"/>
    </p:embeddedFont>
    <p:embeddedFont>
      <p:font typeface="Roboto Slab SemiBold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font" Target="fonts/font8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font" Target="fonts/font7.fntdata" /><Relationship Id="rId2" Type="http://schemas.openxmlformats.org/officeDocument/2006/relationships/slide" Target="slides/slide1.xml" /><Relationship Id="rId16" Type="http://schemas.openxmlformats.org/officeDocument/2006/relationships/font" Target="fonts/font6.fntdata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font" Target="fonts/font5.fntdata" /><Relationship Id="rId10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9881-A416-FC49-8AEE-C25D86EF5EF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54BD9-A2A7-B14B-B46A-650494CFD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jpe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659"/>
            <a:ext cx="10868745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and Simulation of a Smart Parking Slot Availability and Entry Control System Using Combinational Logic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859088"/>
            <a:ext cx="10868745" cy="7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 – Making Decisions &amp; Doing Maths: Combinational Logic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3803055"/>
            <a:ext cx="10868745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2620030600 – JETHENDRA VARDHAN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2620030602 – LAXMI PRAGYA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2620030606 – VEDA CHANDRA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2620030636 – CHANDRA PAUL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2620030675 – SRIKRISHNA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563393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how combinational logic can detect parking-slot availability and automatically control vehicle entry using the current sensor inputs.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 &amp; 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3613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425105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Drivers waste time searching for vacant parking spaces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monitoring is inefficient and error-prone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should be blocked when all parking slots are occupied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controller can automatically make entry decisions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22030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Solution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61475" y="4683522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S1–S4: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Parking-slot sensors (0 = available, 1 = occupied)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Vehicle entry request (0 = no request, 1 = request)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 availability signal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Entry permission signal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32251" y="338881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Signal Flow: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Parking Sensors (S1–S4) → Availability Logic → Parking Available (A) → Entry Request (E) → Entry Control Logic → Entry Allowed / Denied (G)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52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Combinational Logic &amp; Boolean Design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61195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Definition: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Combinational logic produces outputs based only on present input values. It does not store previous states.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073176"/>
            <a:ext cx="6927478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 Definitions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2611338"/>
            <a:ext cx="692747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S1–S4: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 = Slot available, 1 = Slot occupied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E: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 = No entry request, 1 = Vehicle requests entry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271044"/>
            <a:ext cx="6927478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Boolean Equations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61475" y="3809206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Parking Availability: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02471" y="4323358"/>
            <a:ext cx="729606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= ¬(S1 · S2 · S3 · S4)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4200525"/>
            <a:ext cx="19050" cy="483394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4837509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Entry Permission: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2471" y="5351661"/>
            <a:ext cx="729606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E · 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5228828"/>
            <a:ext cx="19050" cy="483394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5865813"/>
            <a:ext cx="753706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allowed only when a vehicle requests entry AND at least one parking slot is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13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 &amp; K-Map Simplification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28936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 for Entry Control (G = E · A)</a:t>
            </a:r>
            <a:endParaRPr lang="en-US" sz="2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42988"/>
          <a:ext cx="9143771" cy="914400"/>
        </p:xfrm>
        <a:graphic>
          <a:graphicData uri="http://schemas.openxmlformats.org/drawingml/2006/table">
            <a:tbl>
              <a:tblPr/>
              <a:tblGrid>
                <a:gridCol w="231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3894336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of K-Map Simplification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4393307"/>
            <a:ext cx="6935515" cy="12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gates required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hardware complexity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propagation delay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power consumption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circuit implementation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5759648"/>
            <a:ext cx="693551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Karnaugh maps provide a systematic method for simplifying Boolean functions before implementing them with logic gates.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001"/>
            <a:ext cx="1086874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Overview: End-to-End Workflow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812403"/>
            <a:ext cx="114783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smart parking system operates through a seamless sequence of sensing, logical processing, and actuated control, ensuring efficient parking management and vehicle flow.</a:t>
            </a:r>
            <a:endParaRPr lang="en-US" sz="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16285"/>
            <a:ext cx="7064595" cy="3973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918571"/>
            <a:ext cx="114783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diagram visualizes the complete signal path from raw sensor input to the final gate control, driven by the combinational logic we designed.</a:t>
            </a:r>
            <a:endParaRPr lang="en-US" sz="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22453"/>
            <a:ext cx="3622882" cy="2764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0529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Sensor Input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30529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Occupancy sensors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(S1-S4)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continuously monitor each parking slot, transmitting its status (occupied or available).</a:t>
            </a:r>
            <a:endParaRPr lang="en-US" sz="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5022453"/>
            <a:ext cx="3622882" cy="2764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53411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Availability Logic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353411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system's logic module evaluates sensor inputs to determine overall parking availability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(A)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If at least one slot is free,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true.</a:t>
            </a:r>
            <a:endParaRPr lang="en-US" sz="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239" y="5022453"/>
            <a:ext cx="3622882" cy="2764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76293" y="5324078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Entry Request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7976293" y="5447109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vehicle approaching the entrance triggers an entry request signal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(E)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a desire to enter the parking facility.</a:t>
            </a:r>
            <a:endParaRPr lang="en-US" sz="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667177"/>
            <a:ext cx="3622882" cy="2764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0529" y="5968802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Entry Control Logic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730529" y="6091833"/>
            <a:ext cx="3484773" cy="81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module processes both the entry request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(E)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parking availability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(A)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Boolean logic </a:t>
            </a:r>
            <a:r>
              <a:rPr lang="en-US" sz="5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     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049" y="6091833"/>
            <a:ext cx="296260" cy="81062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4357" y="5667177"/>
            <a:ext cx="3622882" cy="27642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353411" y="5968802"/>
            <a:ext cx="3484773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Gate Control Output</a:t>
            </a:r>
            <a:endParaRPr lang="en-US" sz="650" dirty="0"/>
          </a:p>
        </p:txBody>
      </p:sp>
      <p:sp>
        <p:nvSpPr>
          <p:cNvPr id="21" name="Text 12"/>
          <p:cNvSpPr/>
          <p:nvPr/>
        </p:nvSpPr>
        <p:spPr>
          <a:xfrm>
            <a:off x="4353411" y="6091833"/>
            <a:ext cx="348477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the logic output </a:t>
            </a:r>
            <a:r>
              <a:rPr lang="en-US" sz="5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(G)</a:t>
            </a:r>
            <a:r>
              <a:rPr lang="en-US" sz="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entry gate is either opened (permission granted) or remains closed (permission denied).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00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Logic-Gate Circuit Implementation &amp; Simulation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24163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01317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42185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S1, S2, S3, S4 (parking sensors) and E (entry request)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824163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301317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Availability Logic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3421856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= ¬(S1 · S2 · S3 · S4) — NAND of all slot sensors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02298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2913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Entry Control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699992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E · A — AND of entry request and availability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102298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291310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699992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= 1 (Entry Allowed) or G = 0 (Entry Denied)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51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Simulation, Testing &amp;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59309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Cases &amp; Results</a:t>
            </a:r>
            <a:endParaRPr lang="en-US" sz="2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73362"/>
          <a:ext cx="9143771" cy="914400"/>
        </p:xfrm>
        <a:graphic>
          <a:graphicData uri="http://schemas.openxmlformats.org/drawingml/2006/table">
            <a:tbl>
              <a:tblPr/>
              <a:tblGrid>
                <a:gridCol w="1155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S2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S3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S4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Result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D4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ALLOW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DENY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4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DENY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F25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374753"/>
            <a:ext cx="693551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Results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4873724"/>
            <a:ext cx="6935515" cy="12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slots are detected correctly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allowed when availability and entry request are both active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is denied when all slots are occupied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depends only on present inputs (combinational logic verified)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confirms the design meets specifications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08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917303"/>
            <a:ext cx="694355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377976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Smart Parking Slot Availability and Entry Control System demonstrates how combinational logic can convert parking-sensor inputs into automatic entry decisions.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2881114"/>
            <a:ext cx="694355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57244" y="1408807"/>
            <a:ext cx="357922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7244" y="2002334"/>
            <a:ext cx="3579227" cy="1810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the number of parking slots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digital display for available spaces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vehicle counting and occupancy tracking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RFID/QR-based entry authentication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real parking sensors and actuators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with a microcontroller or FPGA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multiplexers, decoders and comparators for larger systems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39698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4191695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4300637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Specification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48928" y="39698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8928" y="4191695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3" name="Text 11"/>
          <p:cNvSpPr/>
          <p:nvPr/>
        </p:nvSpPr>
        <p:spPr>
          <a:xfrm>
            <a:off x="6148928" y="4300637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Truth Table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475" y="47346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4942284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5065415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Boolean Expression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48928" y="47346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8928" y="4942284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9" name="Text 17"/>
          <p:cNvSpPr/>
          <p:nvPr/>
        </p:nvSpPr>
        <p:spPr>
          <a:xfrm>
            <a:off x="6148928" y="5065415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K-Map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54993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1475" y="5692973"/>
            <a:ext cx="5381193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830193"/>
            <a:ext cx="5381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 Circuit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48928" y="54993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8928" y="5692973"/>
            <a:ext cx="5381292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5" name="Text 23"/>
          <p:cNvSpPr/>
          <p:nvPr/>
        </p:nvSpPr>
        <p:spPr>
          <a:xfrm>
            <a:off x="6148928" y="5830193"/>
            <a:ext cx="538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Simulation &amp; Testing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Chinnu Gollakoti</cp:lastModifiedBy>
  <cp:revision>2</cp:revision>
  <dcterms:created xsi:type="dcterms:W3CDTF">2026-09-09T13:35:15Z</dcterms:created>
  <dcterms:modified xsi:type="dcterms:W3CDTF">2026-09-09T13:35:45Z</dcterms:modified>
</cp:coreProperties>
</file>